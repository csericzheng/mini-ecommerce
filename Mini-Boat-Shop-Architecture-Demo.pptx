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1732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6060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Boat Shop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AI-Assisted Development, and Deployment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0" y="4800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· EJS · SQLite  —  Built with Claude Code in VS Code  —  GitHub  —  Render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Mini Boat Shop?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demo marketplace for buying and selling boats — modeled after real dealer sites like boatdealers.ca.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browse and search the catalog by type, make, year, and price.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can buy boats, list their own for sale, and manage their listings.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get a full back office: boat management, user roles, purchase requests, and a live test report.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a single, pre-seeded SQLite file — no external database setup needed to deploy.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Mini Boat Shop  ·  Architecture &amp; Workflow Demo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4937760"/>
        </p:xfrm>
        <a:graphic>
          <a:graphicData uri="http://schemas.openxmlformats.org/drawingml/2006/table">
            <a:tbl>
              <a:tblPr/>
              <a:tblGrid>
                <a:gridCol w="1920240"/>
                <a:gridCol w="2743200"/>
                <a:gridCol w="64922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node:sqlite and node:test — zero extra dependencies for DB or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well-understood routing and middleware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EJS (server-rendered)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build step, no client framework — plain HTML forms and links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(node:sqlite)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committed file; zero-setup deploys; no external DB 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express-session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Cookie-based login state for cart, roles, and ownership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node:test (built-in)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45+ unit + integration tests, no test framework dependency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(render.yaml)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free web service, npm install / npm 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3716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42316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66360" y="13716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Mini Boat Shop  ·  Architecture &amp; Workflow Demo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276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EJS-rendered 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plain forms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2011680"/>
            <a:ext cx="640080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14173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0F2A3D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490472"/>
            <a:ext cx="274320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035454"/>
            <a:ext cx="274320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640080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75120" y="9601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033272"/>
            <a:ext cx="2468880" cy="2766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locals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1221638"/>
            <a:ext cx="2468880" cy="226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count, current user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6002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673352"/>
            <a:ext cx="2468880" cy="2766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1861718"/>
            <a:ext cx="2468880" cy="226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boats · cart · sell · admin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224028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2313432"/>
            <a:ext cx="2468880" cy="2766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/ requireAdmin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2501798"/>
            <a:ext cx="2468880" cy="226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lib/middleware.js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09560" y="2743200"/>
            <a:ext cx="9144" cy="548640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91840" y="3291840"/>
            <a:ext cx="5852160" cy="822960"/>
          </a:xfrm>
          <a:prstGeom prst="roundRect">
            <a:avLst>
              <a:gd name="adj" fmla="val 8889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3364992"/>
            <a:ext cx="5852160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db/database.js — node:sqlite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91840" y="3719779"/>
            <a:ext cx="5852160" cy="370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 + self-migrating ALTER TABLE steps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4114800"/>
            <a:ext cx="9144" cy="457200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291840" y="457200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91840" y="4645152"/>
            <a:ext cx="585216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db/miniecommerce.db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91840" y="4976165"/>
            <a:ext cx="5852160" cy="349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committed SQLite file — ships pre-seeded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291840"/>
            <a:ext cx="2377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364992"/>
            <a:ext cx="2377440" cy="11315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views/*.ejs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4361688"/>
            <a:ext cx="2377440" cy="9258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· boat-detail · cart · checkout 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admin/* · partials/header+footer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flipH="1">
            <a:off x="2926080" y="3657600"/>
            <a:ext cx="365760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2743200" y="3337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renders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route: reads/writes SQLite synchronously (node:sqlite has no async driver), then res.render() an EJS view.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Mini Boat Shop  ·  Architecture &amp; Workflow Demo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 &amp; Relationships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36192"/>
            <a:ext cx="246888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246888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phone, role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/ admin)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14630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0" y="1536192"/>
            <a:ext cx="274320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2271370"/>
            <a:ext cx="2743200" cy="699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price, stock, status,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(new/used),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owner_id → users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63840" y="146304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0" y="1536192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boat_images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2033626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boat_id → boats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filename, credit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36576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23360" y="373075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422818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→ users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customer_name, total_cents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365760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0" y="3730752"/>
            <a:ext cx="310896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0" y="4323283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→ orders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boat_id, boat_name, price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17520" y="2148840"/>
            <a:ext cx="1005840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66560" y="2011680"/>
            <a:ext cx="1097280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017520" y="2651760"/>
            <a:ext cx="9144" cy="1463040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017520" y="4114800"/>
            <a:ext cx="1005840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94960" y="3017520"/>
            <a:ext cx="9144" cy="640080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766560" y="4206240"/>
            <a:ext cx="1097280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owner_id links a boat to the user who listed it — an admin (dealer) or the private seller.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(new/used) decides whether stock-based "Out of Stock" logic applies at all.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(available / pending / sold) tracks the sale itself, independent of stock.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Mini Boat Shop  ·  Architecture &amp; Workflow Demo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Access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3172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the catalog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boat detail pages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log in to buy or sell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1D4E6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4630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210312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33172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boats to cart &amp; checkout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their own boat (/sell)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only boats they own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"My Listings"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C97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4630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33172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every boat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 roles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purchase requests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unit test report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server-side by lib/middleware.js (requireAuth, requireAdmin) and per-route ownership checks — never just hidden UI.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Mini Boat Shop  ·  Architecture &amp; Workflow Demo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WORKFLOW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Listing to Sale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38428" y="1554480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/>
          <p:nvPr/>
        </p:nvSpPr>
        <p:spPr>
          <a:xfrm>
            <a:off x="1138428" y="1554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13432"/>
            <a:ext cx="178308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48610"/>
            <a:ext cx="1783080" cy="699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submits a boat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/sell/new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04288" y="3017520"/>
            <a:ext cx="100584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58668" y="1554480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3" name="Text 11"/>
          <p:cNvSpPr/>
          <p:nvPr/>
        </p:nvSpPr>
        <p:spPr>
          <a:xfrm>
            <a:off x="3058668" y="1554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23160" y="224028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23160" y="2313432"/>
            <a:ext cx="178308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23160" y="3048610"/>
            <a:ext cx="1783080" cy="699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finds it in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or 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24528" y="3017520"/>
            <a:ext cx="100584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78908" y="1554480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9" name="Text 17"/>
          <p:cNvSpPr/>
          <p:nvPr/>
        </p:nvSpPr>
        <p:spPr>
          <a:xfrm>
            <a:off x="4978908" y="1554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43400" y="224028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43400" y="2313432"/>
            <a:ext cx="178308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43400" y="3048610"/>
            <a:ext cx="1783080" cy="699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for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own boat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4768" y="3017520"/>
            <a:ext cx="100584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99148" y="1554480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99148" y="1554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63640" y="224028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2313432"/>
            <a:ext cx="178308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048610"/>
            <a:ext cx="1783080" cy="699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creates 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+ order_items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65008" y="3017520"/>
            <a:ext cx="100584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19388" y="1554480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1" name="Text 29"/>
          <p:cNvSpPr/>
          <p:nvPr/>
        </p:nvSpPr>
        <p:spPr>
          <a:xfrm>
            <a:off x="8819388" y="1554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183880" y="224028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83880" y="2313432"/>
            <a:ext cx="178308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83880" y="3048610"/>
            <a:ext cx="1783080" cy="699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 status flips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"Sale Pending"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985248" y="3017520"/>
            <a:ext cx="100584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739628" y="1554480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7" name="Text 35"/>
          <p:cNvSpPr/>
          <p:nvPr/>
        </p:nvSpPr>
        <p:spPr>
          <a:xfrm>
            <a:off x="10739628" y="1554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104120" y="224028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104120" y="2313432"/>
            <a:ext cx="178308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104120" y="3048610"/>
            <a:ext cx="1783080" cy="699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name/phone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 shown in /admin/orders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enforced server-side: ownership checks in routes/cart.js, status guards in routes/sell.js, and an admin-only view in routes/admin.js.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0F2A3D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4983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(dealer) boats can be "Out of Stock" — a used boat is a single unique item.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quantities were removed entirely — each boat is added, not counted.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Mini Boat Shop  ·  Architecture &amp; Workflow Demo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With Claude Code in VS Code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27632"/>
            <a:ext cx="17830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57907"/>
            <a:ext cx="1783080" cy="7818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feature ask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("add user roles", "remove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quantities"...)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04288" y="2423160"/>
            <a:ext cx="100584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23160" y="15544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627632"/>
            <a:ext cx="17830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3160" y="2457907"/>
            <a:ext cx="1783080" cy="7818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real codebase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schema, views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anything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24528" y="2423160"/>
            <a:ext cx="100584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43400" y="15544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43400" y="1627632"/>
            <a:ext cx="17830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2457907"/>
            <a:ext cx="1783080" cy="7818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routes/EJS views/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together as 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change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2423160"/>
            <a:ext cx="100584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63640" y="15544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1627632"/>
            <a:ext cx="17830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457907"/>
            <a:ext cx="1783080" cy="7818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the real server,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curls the actual routes,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live behavior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65008" y="2423160"/>
            <a:ext cx="100584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83880" y="15544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83880" y="1627632"/>
            <a:ext cx="17830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83880" y="2457907"/>
            <a:ext cx="1783080" cy="7818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against a disposable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DB, restores the real 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test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85248" y="2423160"/>
            <a:ext cx="100584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04120" y="15544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104120" y="1627632"/>
            <a:ext cx="17830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104120" y="2457907"/>
            <a:ext cx="1783080" cy="7818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explicitly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— clear, scoped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this project's history: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93192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each boat an ID" → discovered IDs already existed, just weren't shown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unit test report page" → building it surfaced and fixed a real XML-parsing bug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new boats can be out of stock" → caught that an earlier feature had already given every boat an owner, so a naïve fix would have broken the whole catalog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Mini Boat Shop  ·  Architecture &amp; Workflow Demo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81912"/>
            <a:ext cx="310896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31797"/>
            <a:ext cx="3108960" cy="452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commits after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verified feature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2011680"/>
            <a:ext cx="640080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15087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0F2A3D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1581912"/>
            <a:ext cx="310896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031797"/>
            <a:ext cx="3108960" cy="452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github.com/csericzheng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/mini-Ecommerce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2011680"/>
            <a:ext cx="640080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46720" y="15087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0" y="1581912"/>
            <a:ext cx="310896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myFirstBranch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2031797"/>
            <a:ext cx="3108960" cy="452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on request,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force-pushed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commit history (newest first):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15468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"Out of Stock" to new (dealer) boats via an explicit condition field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unit test suite and an admin-only test report page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boat sale status (available/pending/sold) and link confirmation to the boat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cart quantities and fix checkout for accounts without an email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boat an owner and let owners edit their own listings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roles and a Sell a Boat flow for registered users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 is scoped to one feature/fix, with a message explaining why — not just what changed.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Mini Boat Shop  ·  Architecture &amp; Workflow Demo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81912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10712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lib/password.js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lib/boat-form.js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lib/middleware.js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lib/junit-report.js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functions, mocked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req/res — no server,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1581912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3410712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HTTP requests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live Express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throwaway SQLite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(never production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data)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admin access 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· cart/checkout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108960" cy="3657600"/>
          </a:xfrm>
          <a:prstGeom prst="roundRect">
            <a:avLst>
              <a:gd name="adj" fmla="val 2353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581912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/admin/tests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3410712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page that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reruns the whole suite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renders a live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report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--test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--test-reporter=junit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tests · runs in about 1 second · npm test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 exports its app (only auto-listens when run directly) and db/database.js honors a DB_PATH override — the two small refactors that made real, safe integration testing possible.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Mini Boat Shop  ·  Architecture &amp; Workflow Demo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to Render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81912"/>
            <a:ext cx="32918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26894"/>
            <a:ext cx="329184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watches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2103120"/>
            <a:ext cx="640080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80560" y="150876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581912"/>
            <a:ext cx="32918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126894"/>
            <a:ext cx="329184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buildCommand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2103120"/>
            <a:ext cx="640080" cy="9144"/>
          </a:xfrm>
          <a:prstGeom prst="line">
            <a:avLst/>
          </a:prstGeom>
          <a:noFill/>
          <a:ln w="25400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12480" y="15087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1581912"/>
            <a:ext cx="274320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start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2126894"/>
            <a:ext cx="274320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 listens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Render's 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6583680" cy="1920240"/>
          </a:xfrm>
          <a:prstGeom prst="roundRect">
            <a:avLst>
              <a:gd name="adj" fmla="val 2857"/>
            </a:avLst>
          </a:prstGeom>
          <a:solidFill>
            <a:srgbClr val="11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66160"/>
            <a:ext cx="6126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type: web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mini-ecommerce-boats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runtime: node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plan: free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buildCommand: npm install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startCommand: npm start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envVars: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key: NODE_VERSION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value: 24.18.0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06640" y="3429000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web service, no separate database to provision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db/miniecommerce.db ships pre-seeded and committed — zero setup on first boot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WAL mode, on purpose — keeps the committed file a complete, deployable snapshot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Mini Boat Shop  ·  Architecture &amp; Workflow Demo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Tested, Shipped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1D4E6B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EJS + SQLite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651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one committed file, no build step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210312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1D4E6B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2651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→ User → Admin, enforced server-side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1D4E6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66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023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in VS Code: explore, implement, verify, commit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347472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1D4E6B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566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GitHub-tracked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4023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commits pushed on request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1D4E6B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937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automated tests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394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integration, safe against production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84632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1D4E6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5394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npm install → npm start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64008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github.com/csericzheng/mini-Ecommerce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Boat Shop — System Architecture</dc:title>
  <dc:subject>PptxGenJS Presentation</dc:subject>
  <dc:creator>Mini Boat Shop</dc:creator>
  <cp:lastModifiedBy>Mini Boat Shop</cp:lastModifiedBy>
  <cp:revision>1</cp:revision>
  <dcterms:created xsi:type="dcterms:W3CDTF">2026-07-10T19:58:54Z</dcterms:created>
  <dcterms:modified xsi:type="dcterms:W3CDTF">2026-07-10T19:58:54Z</dcterms:modified>
</cp:coreProperties>
</file>