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860908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🧩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090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38348" y="16002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58388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55838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35828" y="16002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55868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🐙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25586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3308" y="16002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53348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☁️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953348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Production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VS Code, Claude Code, GitHub, and Render Work Together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Workflow Demo  ·  Mini Boat Shop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One Pipeline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F2A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VS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file explorer, integrated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and Git panel — where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actually lives on disk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9260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4E6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F2A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Code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21488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teammate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7432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codebase, plans 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edits, runs the app/tests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verify, then reports 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9260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4E6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F2A3D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21488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7432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home for the repo 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history, branches,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Render deploys from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29260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4E6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52560" y="146304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0F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14630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Render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52560" y="214884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89720" y="274320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GitHub, builds, 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app on every push 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deploy step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real integration point covered on the following slides.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⇄ Claude Code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81912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Workspace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5219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c:\AI_Project01\miniE-commerce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terminal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 panel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editor tabs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0" y="150876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581912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335219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alongside, in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working directory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same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shell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appear live in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editor tabs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508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15819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Grep / Glob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1947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existing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changing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2606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0520" y="26791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Write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0520" y="3044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reviewable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changes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37033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60520" y="37764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41422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dev server,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--test, curl checks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48006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60520" y="4800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system, same terminal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flipV="1">
            <a:off x="3840480" y="1965960"/>
            <a:ext cx="320040" cy="54864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3840480" y="3063240"/>
            <a:ext cx="320040" cy="36576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40480" y="3429000"/>
            <a:ext cx="320040" cy="73152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01000" y="1965960"/>
            <a:ext cx="320040" cy="54864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01000" y="3063240"/>
            <a:ext cx="320040" cy="36576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8001000" y="3429000"/>
            <a:ext cx="320040" cy="73152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never leaves VS Code — Claude Code edits the exact files open in the editor and runs commands in the same terminal the developer would use.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CLAUDE CODE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Loop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3842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113842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1343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942539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user roles"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(plain English)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04288" y="297180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5866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05866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23160" y="22402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231343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2942539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routes, schema,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— the real code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4528" y="297180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7890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7890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43400" y="22402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3400" y="231343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2942539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smallest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change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297180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9914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9914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63640" y="22402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31343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2942539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routes + views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together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5008" y="297180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1938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1" name="Text 29"/>
          <p:cNvSpPr/>
          <p:nvPr/>
        </p:nvSpPr>
        <p:spPr>
          <a:xfrm>
            <a:off x="881938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183880" y="22402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231343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83880" y="2942539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server,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the real routes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85248" y="297180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739628" y="1554480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7" name="Text 35"/>
          <p:cNvSpPr/>
          <p:nvPr/>
        </p:nvSpPr>
        <p:spPr>
          <a:xfrm>
            <a:off x="10739628" y="1554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104120" y="224028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104120" y="231343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104120" y="2942539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summary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changed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338560" y="3566160"/>
            <a:ext cx="9144" cy="64008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822960" y="4206240"/>
            <a:ext cx="1051560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822960" y="3566160"/>
            <a:ext cx="9144" cy="64008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11480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loops back for the next request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0F2A3D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real, not assumed: boots node server.js, curls actual endpoints, checks the HTML/status codes.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runs against a throwaway SQLite file (DB_PATH override) — the committed production DB is never touched.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⇄ GitHub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change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tree edited,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server/tests passed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920240"/>
            <a:ext cx="64008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463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536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/ diff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19019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exactly what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committed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920240"/>
            <a:ext cx="64008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1463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1536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019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0" y="2377440"/>
            <a:ext cx="9144" cy="45720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28346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0" y="2907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273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4297680" y="3291840"/>
            <a:ext cx="374904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28346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origin/myFirstBranch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273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github.com/csericzheng/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mini-Ecommerce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discipline: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commits or pushes proactively — always waits to be asked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specific files by name, not blanket "git add -A"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per coherent feature/fix, with a message explaining why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force-pushes, never rewrites history, never skips hooks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 Deployment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675120" cy="2286000"/>
          </a:xfrm>
          <a:prstGeom prst="roundRect">
            <a:avLst>
              <a:gd name="adj" fmla="val 2400"/>
            </a:avLst>
          </a:prstGeom>
          <a:solidFill>
            <a:srgbClr val="11161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-6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b414ca2 Add architecture &amp; workflow demo deck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8c5e50a Restrict "Out of Stock" to new (dealer) boats...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62b9f32 Add a unit test suite and an admin-only test report page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24b0f2c Add boat sale status (available/pending/sold)...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9160a95 Clarify purchase request wording...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d9e5c89 Show boat IDs and engine hours...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1536192"/>
            <a:ext cx="40233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1967789"/>
            <a:ext cx="40233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csericzheng/mini-Ecommerce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2770632"/>
            <a:ext cx="40233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3202229"/>
            <a:ext cx="40233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myFirstBranch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39319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40050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445861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in the repo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reads it as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blueprint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updates the one place Render actually looks: the branch's current HEAD commit.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⇄ Render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27632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9229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myFirstBranch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084832"/>
            <a:ext cx="64008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627632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detects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059229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connected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repo/branch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2084832"/>
            <a:ext cx="64008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1627632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059229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784080" y="2084832"/>
            <a:ext cx="9144" cy="795528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58200" y="28803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F2A3D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2953512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58200" y="3385109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548640" y="3383280"/>
            <a:ext cx="7909560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48640" y="2606040"/>
            <a:ext cx="9144" cy="777240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953512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*.onrender.com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385109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listening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Render's injected 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deploy step — a push is a deploy.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6583680" cy="1463040"/>
          </a:xfrm>
          <a:prstGeom prst="roundRect">
            <a:avLst>
              <a:gd name="adj" fmla="val 3750"/>
            </a:avLst>
          </a:prstGeom>
          <a:solidFill>
            <a:srgbClr val="11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4632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type: web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buildCommand: npm install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startCommand: npm start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0" y="48006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web service, no separate DB to provision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db/miniecommerce.db ships pre-seeded in the repo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Pipeline, End to End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4A300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7495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260604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18288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257495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→ edit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24528" y="260604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18288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257495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request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260604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18288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57495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commit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myFirstBranch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65008" y="260604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18288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257495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push,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restarts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85248" y="2606040"/>
            <a:ext cx="100584" cy="9144"/>
          </a:xfrm>
          <a:prstGeom prst="line">
            <a:avLst/>
          </a:prstGeom>
          <a:noFill/>
          <a:ln w="28575">
            <a:solidFill>
              <a:srgbClr val="1D4E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04120" y="182880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A7D3C"/>
          </a:solidFill>
          <a:ln w="12700">
            <a:solidFill>
              <a:srgbClr val="1D4E6B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0412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04120" y="257495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three trust boundaries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42062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⇄ Claude Code — same files, same terminal, fully visible diffs before anything is kept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⇄ GitHub — commit and push are explicit, human-gated actions, never automatic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⇄ Render — a push is the only trigger; Render owns the build and runtime entirely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Claude Code · GitHub · Render — Integration Workflow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You Can See and Trust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1D4E6B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3042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28163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and the developer both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219456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1D4E6B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3042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8163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Explores, edits, and verifies before reporting done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1D4E6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58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43708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reviewable, scoped commit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74904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1D4E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858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3708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deploy — no manual release step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github.com/csericzheng/mini-Ecommerce  ·  myFirstBranch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+ Claude Code + GitHub + Render — Integration Workflow</dc:title>
  <dc:subject>PptxGenJS Presentation</dc:subject>
  <dc:creator>Mini Boat Shop</dc:creator>
  <cp:lastModifiedBy>Mini Boat Shop</cp:lastModifiedBy>
  <cp:revision>1</cp:revision>
  <dcterms:created xsi:type="dcterms:W3CDTF">2026-07-10T20:43:01Z</dcterms:created>
  <dcterms:modified xsi:type="dcterms:W3CDTF">2026-07-10T20:43:01Z</dcterms:modified>
</cp:coreProperties>
</file>